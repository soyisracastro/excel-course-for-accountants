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MÓDULO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El Dashboard Inteligente y Entrega Profesional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ISR + Nomina + Graficos = Dashboard Profesional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Israel Castro — CPA &amp; Software Engineer — Excel para Contadores y Administrativos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Que es un Dashboard?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Un panel de control visual que resume informacion clave en una sola pantalla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Permite tomar decisiones rapidas sin revisar datos crudos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Combina: KPIs (numeros clave) + Graficos + Filtros interactivos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En contabilidad: nomina, ISR, flujo de efectivo, vencimientos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 es un reporte completo -- es un resumen ejecutivo visual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Principios de Diseno: Menos es 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Regla de los 5 segundos: el mensaje principal debe entenderse en 5 segundos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Maximo 4-6 KPIs visibles (no satures la pantalla)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Paleta de colores consistente (azul = principal, rojo = alerta, verde = ok)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Graficos simples: barras para comparar, lineas para tendencias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Elimina ruido visual: sin bordes de cuadricula, sin decoraciones innecesarias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Jerarquia visual: KPIs arriba, graficos al centro, detalle abajo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Segmentadores de Datos (Slicers)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Filtros visuales e interactivos para Tablas Dinamicas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 usuario hace clic en botones para filtrar -- sin menus complicados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Como insertarlos: clic en TD &gt; Insertar &gt; Segmentacion de datos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Selecciona los campos: Periodo, Puesto, Departamento, etc.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 pueden vincular a MULTIPLES Tablas Dinamicas simultaneamente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 resultado: un dashboard interactivo sin necesidad de macros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 Practico: Slicers Vinculados a TDs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1: Crear TD1 con Periodo en filas, Sueldo/ISR en valores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2: Crear TD2 con Puesto en filas, conteo de Empleados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3: Insertar slicer de 'Periodo' desde TD1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4: Clic derecho en slicer &gt; Conexiones de informe &gt; marcar TD2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5: Ahora al filtrar por mes, AMBAS tablas se actualizan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6: Los graficos basados en las TDs tambien se actualizan automaticamente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Proyecto Final: La Gran Integracion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Modulo 1: Calculadora ISR con BUSCARV y tarifa oficial 2026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Modulo 2: Datos de nomina 20 empleados x 12 meses + Tablas Dinamicas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Modulo 3: Graficos de barras (comparacion) y lineas (tendencia)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Modulo 4: TODO junto en un Dashboard con slicers y KPIs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Archivo de trabajo: 10_Dashboard_Final_Integrado.xlsx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Resultado: un panel de control de nomina completo y profesional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KPIs: Los Numeros que Importan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KPI 1 -- Total Percepciones: =SUBTOTAL(109, Nomina[Sueldo])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KPI 2 -- Total Deducciones: =SUBTOTAL(109, Nomina[ISR]) + SUBTOTAL(109, Nomina[IMSS])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KPI 3 -- ISR del Periodo: =SUBTOTAL(109, Nomina[ISR])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KPI 4 -- e.firma Status: formula SI con dias restantes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SUBTOTAL(109,...) respeta filtros de Tablas Dinamicas y Slicers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Alternativa: =GETPIVOTDATA() para extraer valores directamente de TDs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Construyendo el Layout del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Fila 1: Titulo del dashboard (fuente grande, color azul)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Filas 2-5: Cuadros de KPI (4 cajas con colores de semaforo)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 A-B: Zona de segmentadores (slicers)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Filas 7-16: Graficos principales (2 graficos lado a lado)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Filas 18-25: Tabla de detalle o grafico adicional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Archivo template: 09_Layout_Dashboard_Contable.xlsx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Proteccion de Celdas y Hojas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Todas las celdas vienen bloqueadas por defecto (pero inactivo hasta proteger)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1: DESBLOQUEA las celdas de entrada (Formato &gt; Proteccion &gt; desmarcar Bloqueada)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2: Resalta las celdas editables con fondo amarillo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Paso 3: Revisar &gt; Proteger hoja &gt; establece contrasena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Permite: seleccionar celdas, usar filtros y Tablas Dinamicas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Resultado: el usuario puede interactuar pero no romper las formulas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Distribucion: PDF vs Excel Protegido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PDF: para reportes finales, firma digital, envio a clientes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-- No editable, no requiere Excel, archivo ligero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Excel protegido: para plantillas, calculadoras interactivas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 -- Mantiene formulas, slicers y TDs activas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Contrasena de apertura (AES): seguridad real del archivo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Contrasena de escritura: permite lectura sin edicion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Marcar como final: solo una sugerencia, no proteccion real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Demo: Dashboard Final en Accion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Abre el archivo: 10_Dashboard_Final_Integrado.xlsx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1. Revisa la hoja Datos_Nomina (240 registros reales)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2. Ve a Calculadora y cambia el sueldo en B4 -- observa el ISR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3. Crea una Tabla Dinamica desde Datos_Nomina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4. Inserta Segmentadores de Periodo y Puesto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5. Crea graficos de barras y lineas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6. Mueve todo a la hoja Dashboard y ajusta el layout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7. Protege las hojas y guarda como PDF + Excel protegido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Resumen del Modulo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Un dashboard es un resumen ejecutivo visual -- no un reporte completo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Los segmentadores (slicers) hacen tu dashboard interactivo sin macros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KPIs con SUBTOTAL(109,...) respetan filtros automaticamente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 layout sigue la jerarquia: KPIs &gt; Graficos &gt; Detalle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Proteccion: desbloquea inputs, bloquea formulas, protege hoja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Distribuye como PDF (reportes) o Excel protegido (interactivos)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Este modulo integra TODO: ISR (M1) + Nomina (M2) + Graficos (M3)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Recursos y Siguiente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Archivo: 09_Layout_Dashboard_Contable.xlsx (template de layout)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Archivo: 10_Dashboard_Final_Integrado.xlsx (datos + calculadora + dashboard)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PDF: 11_Guia_Proteccion_y_Seguridad.pdf (checklist de proteccion)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PDF: Referencia_Modulo_4.pdf (guia rapida de diseno y slicers)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Practica: Construye tu propio dashboard con datos reales de tu empresa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Siguiente: Modulo 5 -- Automatizacion Nativa con Microsoft 365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Excel para Contadores y Administrativos — Israel Castro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