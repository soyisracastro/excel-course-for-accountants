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Claude en Excel: Tu Segundo Cerebro Contable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Bonus 2 — Inteligencia Artificial integrada en tu hoja de calculo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Israel Castro — CPA &amp; Software Engineer — Excel para Contadores y Administrativos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Que es Claude? Anthropic y la IA Conversacional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Claude es un asistente de IA creado por Anthropic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Especializado en razonamiento, analisis de datos y codigo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Modelos disponibles: Claude Haiku (rapido), Sonnet (equilibrado), Opus (potente)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Diferencia clave: enfoque en seguridad y respuestas utiles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Desde enero 2026: add-in oficial para Microsoft 365 Pro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Gratuito para funciones basicas; plan Pro para volumen alto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Claude vs Copilot: Diferencias y Complementos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Copilot (Microsoft): integrado nativamente, bueno en tareas rapidas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Claude (Anthropic): superior en analisis profundo y razonamiento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Copilot: 'Dame la suma de ventas' -&gt; rapido pero superficial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Claude: 'Analiza tendencias de las ultimas 12 nominas y sugiere ajustes' -&gt; profundo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No son competencia: son complementos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Copilot para automatizacion rapida + Claude para analisis complejo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Ambos funcionan con lenguaje natural en espaniol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Instalacion del Add-in desde Microsoft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Requisito: Microsoft 365 Pro (suscripcion activa)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Pasos: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1. Abrir Excel -&gt; Insertar -&gt; Obtener complementos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2. Buscar 'Claude for Excel' en el Marketplace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3. Clic en Agregar -&gt; Aceptar permisos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4. Aparece panel lateral 'Claude' en la pestana Inicio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Configuracion inicial: ingresar con cuenta Anthropic o M365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Verificar: escribir en el panel '=Hola, Claude' -&gt; debe responder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Caso 1: Analizar Tabla de Nomina con Lenguaje Natural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Seleccionar tabla de nomina (Ctrl+T si no es tabla)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En panel Claude: 'Analiza esta tabla de nomina e identifica:'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- Empleados con sueldo mayor al promedio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- Departamentos con mayor gasto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- Anomalias en deducciones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Claude responde con analisis + sugerencias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Puede generar resumen ejecutivo directamente en nueva hoja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Ventaja: analisis que tomaria 30 min, en 30 segundos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Caso 2: Generar Formulas Complejas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Prompt: 'Necesito una formula que busque el RFC en la tabla Proveedores'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Claude genera: =SIERROR(BUSCARV(A2,Proveedores,3,0),"No encontrado")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Formulas anidadas que tomarian 15 min de armar manualmente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Claude explica cada parte de la formula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Soporta: BUSCARV, INDICE/COINCIDIR, SUMAR.SI.CONJUNTO, LET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Tip: pedir 'con SIERROR para manejar errores'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La formula se puede insertar directamente en la celda seleccionada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Caso 3: Explicacion de Formula Heredada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Escenario: reciben archivo de contador anterior con formulas crípticas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Seleccionar celda con formula compleja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Prompt: 'Explicame que hace esta formula paso a paso'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Claude descompone cada funcion anidada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Identifica posibles errores o mejoras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Tip: 'Reescribe esta formula de forma mas legible'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Nunca mas tener miedo de archivos heredados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MCP Connectors: Fuentes Externas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MCP = Model Context Protocol (protocolo de Anthropic)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Permite a Claude conectarse a fuentes externas de datos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Ejemplos de conectores: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- Base de datos SQL del sistema contable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- Archivos en SharePoint / OneDrive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- APIs del SAT (via conector personalizado)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Flujo: Claude lee datos externos -&gt; los analiza -&gt; responde en Excel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Configuracion por administrador de TI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Potencial: Excel como hub central conectado a todo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Claude Code: Automatizacion desde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Claude Code = Claude en la linea de comandos (terminal)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Para usuarios avanzados: automatizar procesamiento de archivos Excel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Ejemplo: 'Abre todos los .xlsx de esta carpeta y consolida ventas'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Genera scripts Python (openpyxl, pandas) automaticamente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Ideal para: procesamiento batch, ETL contable, reportes automaticos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Instalacion: npm install -g @anthropic-ai/claude-code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Complementa el add-in: lo que no se puede en Excel, se hace en terminal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Mejores Practicas: Validacion y Privacidad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SIEMPRE validar las respuestas de Claude (la IA puede equivocarse)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Datos sensibles: verificar politica de privacidad de su organizacion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Claude NO almacena datos de las hojas de calculo procesadas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Para datos altamente confidenciales: usar Claude en modo local/privado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No depender 100%% de la IA: el criterio contable es insustituible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Documentar prompts utiles para reutilizarlos (crear biblioteca de prompts)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Capacitar al equipo: la IA amplifica la productividad de todos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El Futuro del Contador: IA como Herramienta, Criterio Humano como Brujula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La IA NO reemplaza contadores; reemplaza tareas repetitivas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El contador del futuro: analista + estratega + verificador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Habilidades clave: saber preguntar (prompting) + saber validar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Excel + IA = superpoder contable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Lo que la IA no puede hacer: juicio profesional, etica, relaciones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Su ventaja competitiva: dominar ambos mundos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El mejor momento para aprender IA fue ayer; el segundo mejor es hoy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Recursos y Siguiente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Add-in Claude para Excel: Marketplace de Microsoft 365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Documentacion Claude: docs.anthropic.com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Claude Code: npm install -g @anthropic-ai/claude-code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MCP Protocol: modelcontextprotocol.io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Practica: instalar el add-in y probar los 3 casos de esta sesion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Comunidad: todoconta.com para preguntas y recursos adicionales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Excel para Contadores y Administrativos — Israel Castro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