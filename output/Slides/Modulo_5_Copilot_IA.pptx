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MÓDULO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Automatización Nativa con Microsoft 365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Inteligencia Artificial aplicada a datos contables en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El futuro ya esta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IA generativa llego a las herramientas de oficina en 2023-2024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Microsoft 365 Copilot integra GPT-4 directamente en Excel, Word, PowerPoint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necesitas saber programar: le hablas en espanol y ejecuta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contador que domine estas herramientas tendra ventaja competitiva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Hoy: 80% de las tareas repetitivas pueden acelerarse con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Requisitos para usar Copilot en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Licencia Microsoft 365 Business/Enterprise + add-on Copilot ($30 USD/mes)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archivo DEBE estar en OneDrive o SharePoint (no funciona en local)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Los datos DEBEN estar en formato Tabla (Ctrl+T) con nombre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Conexion a internet activa (Copilot procesa en la nube)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Funciona en Excel escritorio (Windows/Mac) y Excel Web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Recomendacion: tablas limpias, sin celdas combinadas, sin filas en blanco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Activando el panel de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1: Guarda tu archivo en OneDrive (Archivo &gt; Guardar como &gt; OneDrive)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2: Selecciona tus datos y convierte a Tabla (Ctrl+T)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3: Nombra tu tabla (Diseno de Tabla &gt; Nombre de tabla)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4: En la pestana Inicio, clic en el icono de Copilot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5: Se abre un panel lateral donde escribes tu solicitud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Importante: si el boton de Copilot esta gris, verifica los requisitos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Analisis con lenguaje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"Analiza las ventas por sucursal y dime cual tiene mejor desempeno"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interpreta tu solicitud y genera tablas resumen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 crear calculos que tomarian minutos con tablas dinamicas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Responde en espanol con explicaciones claras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real: analisis de 1,250 transacciones en 15 segundos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Limitacion: a veces interpreta diferente a lo que esperabas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Generacion de formulas con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"Calcula el ISR marginal basado en TotalPercepcion"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sugiere la formula y la aplica a toda la columna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Entiende contexto contable mexicano (ISR, IMSS, CFF)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Genera formulas complejas: BUSCARV, SI anidados, SUMAR.SI.CONJUNTO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Tu decides si aceptas, modificas o rechazas cada sugerencia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Siempre revisa la formula antes de aceptar: la IA no es infalible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Columnas inteligentes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"Agrega columna que clasifique ventas como Alta, Media o Baja"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crea la columna con formula y la nombra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 crear multiples columnas en secuencia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"Ahora agrega una columna de comision del 2%"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Las columnas se integran a la Tabla existente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Puedes pedir que elimine o modifique columnas creadas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Visualizacion instantanea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"Crea grafico de barras de ventas por mes"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genera graficos directamente en la hoja de calculo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Tipos: barras, lineas, pastel, dispersion, combinados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Ajusta colores y etiquetas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"Muestra distribucion por tipo de combustible con grafico de pastel"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Limitacion: los graficos generados son basicos; para reportes ejecutivos, ajustalos tu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Deteccion de anomalias (Insights)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"Identifica anomalias en la tabla de nomina"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detecta: valores atipicos, cambios subitos, datos faltantes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identifica empleados con incrementos inusuales de sueldo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detecta meses sin registros para un empleado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Util para auditorias internas y revision de nomina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reemplaza una auditoria formal, pero acelera la deteccion inicial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3 prompts contables en secuencia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 1: "Cual vendedor tiene el peor desempeno en ventas?"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-&gt; Copilot identifica a Vendedor_3 con datos de soporte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 2: "Crea grafico comparando ventas de ese vendedor vs el promedio"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-&gt; Grafico de barras comparativo generado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 3: "Genera resumen ejecutivo con recomendacion"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-&gt; Resumen con KPIs y sugerencia de accion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 3 minutos tienes un mini-analisis que antes tomaba 30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Limitaciones: "El criterio contable es tuyo"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Copilot NO conoce las NIF, LISR ni CFF en detalle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 generar formulas incorrectas que parecen correctas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tiene acceso a tu contexto fiscal especifico (regimen, obligaciones)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Los calculos de ISR pueden tener errores en rangos o porcentajes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puede firmar declaraciones ni sustituir al contador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Regla de oro: usa Copilot para acelerar, pero SIEMPRE valida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Tu criterio profesional es insustituible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IA Externa: ChatGPT, Gemini,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todo es Microsoft Copilot: hay alternativas poderosas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ChatGPT (OpenAI): excelente para generar macros VBA y Power Query M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Google Gemini: integrado en Google Sheets, buena alternativa gratuita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(Anthropic): muy preciso en analisis de texto y documentos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Caso: copia tu formula o tabla y pegala en ChatGPT para que la explique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Caso: pide a Claude que te genere una macro para automatizar reportes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Cualquier IA complementa tu trabajo, pero ninguna lo reemplaza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Caso: Macro sencilla generada por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 a ChatGPT: 'Genera macro VBA que formatee mi reporte mensual'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IA genera codigo VBA funcional en segundos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Tu lo pegas en el Editor de VBA (Alt+F11) y lo ejecutas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macro que aplica formato profesional a todas las hojas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macro que exporta cada hoja como PDF individual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Ejemplo: macro que consolida datos de multiples archivos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Consejo: pide a la IA que agregue comentarios al codigo para entenderlo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Resumen del curso completo: M1 a M5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M1: Logica Contable y Funciones (BUSCARV, SI, ISR, Factor de Actualizacion)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M2: Tablas Dinamicas y Procesamiento Masivo (analisis de datos reales)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M3: Visualizacion Profesional (graficos ejecutivos, reportes de impacto)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M4: Dashboard Inteligente (KPIs, interactividad, entrega profesional)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M5: Copilot e IA (automatizacion con lenguaje natural, herramientas externas)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Juntos: del dato crudo al insight accionable, con herramientas modernas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Comunidad y 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Unete a la comunidad de contadores que usan Excel de forma avanzada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Practica con los archivos del Pack Excel Pro incluidos en cada modulo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Comparte tus logros: sube un antes/despues de tu flujo de trabajo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Mantente actualizado: Microsoft actualiza Copilot constantemente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Siguiente nivel: Power Query, Power BI, automatizacion con Power Automate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Tu inversion en aprendizaje hoy se traduce en eficiencia manana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Pack Excel Pro: archivos de practica para los 5 modulos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Guia de Prompts para Copilot: 20 prompts listos para usar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Referencia Modulo 5: checklist, prompts y resumen del curso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Microsoft Learn: learn.microsoft.com/copilot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OpenAI ChatGPT: chat.openai.com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Anthropic Claude: claude.ai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todoconta.com: recursos adicionales y actualizaciones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