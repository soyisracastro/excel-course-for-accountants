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MÓDULO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Logica Contable y Funciones de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Israel Castro — CPA &amp; Software Engineer — Excel para Contadores y Administrativos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Objetivo del Modulo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Excel deja de ser calculadora, se convierte en asistente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Dominar funciones de control: SI, BUSCARV, TRUNCAR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Calcular ISR 2026 de forma automatica y dinamica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Extraer informacion del RFC con funciones de texto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Crear un calendario de vencimientos con semaforo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Que es una Funcion? La Analogia de la Maquina de Cafe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INPUT: los datos que le das (argumentos)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PROCESO: lo que hace internamente (la magia)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OUTPUT: el resultado que te entrega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Analogia: maquina de cafe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 - INPUT: agua + cafe molido + cantidad de tazas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 - PROCESO: calienta, filtra, mezcla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 - OUTPUT: tu cafe listo para tomar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Anatomia de una Funcion en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Estructura: =NOMBRE(argumento1, argumento2, ...)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Siempre empieza con el signo igual (=)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El NOMBRE indica que hace la funcion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Los ARGUMENTOS van entre parentesis, separados por coma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Ejemplo: =SUMA(A1, A2, A3)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Ejemplo: =SI(A1&gt;100, "Alto", "Bajo")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Consejo: presiona Tab para autocompletar funciones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SUMA y PROMEDIO: Tus Primeras Funciones Contables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=SUMA(rango) — Suma todos los valores del rango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=SUMA(B2:B50) — Suma ventas de enero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=PROMEDIO(rango) — Calcula la media aritmetica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=PROMEDIO(C2:C13) — Gasto promedio mensual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Rangos: B2:B50 (columna), B2:F2 (fila), B2:F50 (bloque)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Atajo: Alt + = inserta SUMA automaticamente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Tip: Nombra tus rangos (Ctrl+F3) para mayor claridad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Ejercicio: La Caja Negra — Debuggeando Formulas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Formula 1:  =SUMA(A1:A10)  pero A5 tiene texto "N/A"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 -&gt; Resultado: #VALOR!  |  Solucion: usar SUMA.SI o limpiar datos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Formula 2:  =PROMEDIO(B1:B5)  pero B3 esta vacia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 -&gt; Resultado: promedia solo 4 valores  |  Cuidado con celdas vacias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Formula 3:  =A1+B1*C1  sin parentesis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 -&gt; Resultado: multiplicacion va primero  |  Solucion: =(A1+B1)*C1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Leccion: F2 para entrar a la celda y ver que esta pasando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Precision Fiscal: TRUNCAR vs REDONDEAR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=REDONDEAR(3.14159, 2) -&gt; 3.14  (redondea al mas cercano)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=TRUNCAR(3.14159, 2)   -&gt; 3.14  (corta sin redondear)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=REDONDEAR(3.1489, 2)  -&gt; 3.15  (redondeo sube)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=TRUNCAR(3.1489, 2)    -&gt; 3.14  (truncar siempre corta)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Art. 17-A CFF: Factor de Actualizacion se trunca al diezmilésimo (4 decimales)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=TRUNCAR(INPC_reciente / INPC_anterior, 4)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En fiscalidad: TRUNCAR es la regla, REDONDEAR es la excepcion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Factor de Actualizacion con INPC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Formula: Factor = INPC reciente / INPC anterior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INPC Dic 2025 (reciente): 141.200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INPC Dic 2024 (anterior): 136.163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Factor sin truncar: 141.200 / 136.163 = 1.036996...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Factor truncado (CFF): =TRUNCAR(141.200/136.163, 4) = 1.0369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Aplicacion: Monto original x Factor = Monto actualizado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Ejemplo: $100,000 x 1.0369 = $103,690.00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Coeficiente de Utilidad — Art. 14 CFF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CU = Utilidad Fiscal / Ingresos Nominales del ejercicio anterior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Se usa para calcular pagos provisionales de ISR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Ejemplo: Utilidad Fiscal $450,000 / Ingresos $3,200,000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CU = 0.140625 -&gt; TRUNCAR a 4 dec = 0.1406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Pago provisional = (Ingresos del periodo x CU) - Pagos anteriores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Excel formula: =TRUNCAR(B2/B3, 4)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BUSCARV puede traer los datos desde tu balance de comprobacion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Funcion SI: La Toma de Decisiones en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Sintaxis: =SI(prueba_logica, valor_si_verdadero, valor_si_falso)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Ejemplo basico: =SI(B2&gt;10000, "Requiere autorizacion", "Aprobado")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Con numeros: =SI(C5&gt;=0, C5, 0)  (no permitir negativos)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Comparadores: =, &gt;, &lt;, &gt;=, &lt;=, &lt;&gt;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SI anidado: =SI(A1&gt;100, "A", SI(A1&gt;50, "B", "C"))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Maximo recomendado: 3 niveles de anidacion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Alternativa moderna: SI.CONJUNTO (Excel 365)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Caso Practico: Validacion Bancaria con 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Escenario: Archivo de pagos a proveedores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Columna A: Nombre del proveedor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Columna B: Banco (Santander, BBVA, Banorte, Otro)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Columna C: Monto del pago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Columna D: Comision por transferencia SPEI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Formula: =SI(B2="Santander", 0, SI(B2="BBVA", 4.50, 7.80))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Resultado: Santander $0 (mismo banco), BBVA $4.50, otros $7.80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Columna E: =C2+D2  (Total con comision)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BUSCARV: Los 4 Argumentos en Contexto ISR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=BUSCARV(valor_buscado, tabla, columna, [ordenado])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Argumento 1 - valor_buscado: el ingreso gravable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Argumento 2 - tabla: la tarifa ISR 2026 (rango o nombre)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Argumento 3 - columna: que dato quieres (1=lim_inf, 3=cuota, 4=%)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Argumento 4 - ordenado: VERDADERO (busqueda aproximada para rangos)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VERDADERO: busca el valor mas cercano MENOR O IGUAL (para tarifas)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FALSO: busca coincidencia exacta (para catalogos)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Ejemplo ISR: =BUSCARV(450000, Tarifa_Anual_2026, 3, VERDADERO)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Caso Practico: Calculo ISR 2026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Paso 1: Base gravable = Ingresos - Deducciones = $450,000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Paso 2: Limite Inferior  =BUSCARV(450000, Tarifa, 1, VERDADERO) = $424,353.98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Paso 3: Excedente = $450,000 - $424,353.98 = $25,646.02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Paso 4: % Marginal =BUSCARV(450000, Tarifa, 4, VERDADERO) = 23.52%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Paso 5: ISR Marginal = $25,646.02 x 23.52% = $6,031.94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Paso 6: Cuota Fija =BUSCARV(450000, Tarifa, 3, VERDADERO) = $67,981.92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Paso 7: ISR Total = $6,031.94 + $67,981.92 = $74,013.86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Todo con 3 BUSCARV y operaciones basicas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Dinamismo: Cambia el Ingreso, Cambia 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Celda de entrada (amarilla): Base Gravable = $450,000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Cambia a $280,000 -&gt; ISR se recalcula automaticamente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Cambia a $1,500,000 -&gt; ISR cambia de rango y porcentaje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No necesitas rehacer nada: Excel recalcula en tiempo real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Aplicacion: Planeacion fiscal con escenarios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"Que pasa si mi cliente gana 200 mil mas?"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"Cuanto se ahorra con 50 mil mas de deducciones?"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Esto es lo que separa a un contador que usa Excel de uno que sabe Excel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Funciones de Fecha: HOY, DIA, MES, ANIO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=HOY() — Fecha actual (se actualiza sola cada dia)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=DIA(fecha) — Extrae el dia (1-31)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=MES(fecha) — Extrae el mes (1-12)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=ANIO(fecha) — Extrae el anio (2026)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=FECHA(anio, mes, dia) — Construye una fecha a partir de partes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=DIAS(fecha_final, fecha_inicial) — Dias entre dos fechas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Ejemplo: =DIAS("17/04/2026", HOY()) -&gt; dias para la declaracion anual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Las fechas en Excel son numeros seriales (1 = 1 enero 1900)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EXTRAE: Desarmando el RFC Caracter por Caracter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RFC persona fisica: CAST850315HN7 (13 caracteres)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Posiciones 1-4: Apellido(s) y nombre -&gt; CAST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Posiciones 5-6: Anio de nacimiento -&gt; 85 (1985)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Posiciones 7-8: Mes de nacimiento -&gt; 03 (marzo)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Posiciones 9-10: Dia de nacimiento -&gt; 15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=EXTRAE(RFC, 5, 2) -&gt; "85" (anio)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=EXTRAE(RFC, 7, 2) -&gt; "03" (mes)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=EXTRAE(RFC, 9, 2) -&gt; "15" (dia)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Combinando: =FECHA(1900+EXTRAE(A1,5,2), EXTRAE(A1,7,2), EXTRAE(A1,9,2))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Calendario de Vencimientos con Semaforo (SI Anidado)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Columna A: Obligacion fiscal (e.firma, DIOT, declaracion, etc.)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Columna B: Fecha de vencimiento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Columna C: Dias restantes  =B2-HOY()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Columna D: Semaforo con SI anidado: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 =SI(C2&lt;0, "VENCIDO", SI(C2&lt;=15, "URGENTE", SI(C2&lt;=30, "PROXIMO", "OK")))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Rojo: VENCIDO (dias &lt; 0)  |  Amarillo: URGENTE (0-15 dias)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Naranja: PROXIMO (16-30 dias)  |  Verde: OK (&gt; 30 dias)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Formato condicional para colorear automaticamente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Caso Practico: Cumpleanos desde el RFC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RFC en celda A2: CAST850315HN7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Extraer anio: =EXTRAE(A2, 5, 2)  -&gt; "85"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Definir siglo: =SI(EXTRAE(A2,5,2)*1&gt;30, 1900, 2000)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Anio completo: =SI(EXTRAE(A2,5,2)*1&gt;30, 1900, 2000) + EXTRAE(A2,5,2)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Mes: =EXTRAE(A2, 7, 2) * 1  (multiplicar por 1 convierte texto a numero)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Dia: =EXTRAE(A2, 9, 2) * 1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Fecha completa: =FECHA(anio_completo, mes, dia)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Edad: =ENTERO((HOY()-fecha_nacimiento)/365.25)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Resumen del Modulo 1 y Preview del Modulo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SUMA, PROMEDIO: tus funciones base para todo calculo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TRUNCAR vs REDONDEAR: precision fiscal obligatoria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SI y SI anidado: Excel toma decisiones por ti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BUSCARV: busca datos en tablas (tarifas, catalogos)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Funciones de fecha: control de vencimientos y plazos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EXTRAE: manipulacion de texto (RFC, CURP, claves)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En el Modulo 2: Tablas Dinamicas para procesar miles de registros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Preview: de 10,000 facturas a un resumen ejecutivo en 3 clics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Recursos y Siguiente Paso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Archivo: 01_Calculadora_ISR_V2026.xlsx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Archivo: 02_Control_Vencimientos_EFirma.xlsx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Archivo: 03_Extraccion_RFC_Master.xlsx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PDF: Referencia_Modulo_1.pdf (tarjetas de funciones y ejercicios)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Grupo de WhatsApp para dudas del modulo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Siguiente: Modulo 2 — Procesamiento Masivo y Tablas Dinamicas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Excel para Contadores y Administrativos — Israel Castro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