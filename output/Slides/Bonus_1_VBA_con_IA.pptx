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Automatizacion con Macros Asistidas por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Bonus 1 — VBA + ChatGPT / Claude para contadores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Israel Castro — CPA &amp; Software Engineer — Excel para Contadores y Administrativos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Que es VBA? Cuando Macros vs Formulas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VBA = Visual Basic for Applications (lenguaje de macros de Office)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Las formulas resuelven calculos; las macros automatizan procesos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Ejemplo formula: =BUSCARV(A2, Tabla, 3, 0) -&gt; busca un dato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Ejemplo macro: FormatearNomina() -&gt; aplica formato a 500 filas en 1 clic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Regla practica: si lo haces mas de 3 veces, automatizalo con macro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Las macros ahorran horas en tareas repetitivas de cierre mensual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El Editor VBA (Alt + F11)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Alt + F11  -&gt;  abre el editor de Visual Basic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Panel izquierdo: Explorador de proyecto (VBAProject)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Insertar -&gt; Modulo  -&gt;  aqui se escribe el codigo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F5 para ejecutar la macro seleccionada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F8 para ejecutar linea por linea (debug)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Ventana Inmediato (Ctrl+G): pruebas rapidas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No se asusten por la interfaz; solo necesitamos Modulo + F5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Prompting IA para Generar VBA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La IA (ChatGPT, Claude) genera macros VBA si describes bien la tarea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Estructura del prompt: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1. Contexto: 'Tengo una hoja de nomina en Excel...'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2. Tarea: 'Necesito una macro que formatee las columnas A:H...'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3. Detalles: 'Separador de miles, bordes, encabezado azul...'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4. Restriccion: 'Compatible con Excel 2019 o superior'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Pedir que incluya comentarios en espaniol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Siempre probar en copia del archivo, nunca en el original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Ejemplo 1: Macro FormatearNomina()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Objetivo: formato profesional en 1 clic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Aplica separador de miles a columnas monetarias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Bordes delgados en todo el rango de datos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Encabezado: fondo azul, texto blanco, negrita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Autoajuste de ancho de columnas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Resultado: de datos crudos a tabla presentable en 2 segundos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Ejemplo 2: Macro LimpiarVacias()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Problema comun: datos exportados con filas vacias intercaladas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Solucion manual: seleccionar, eliminar, repetir... (tedioso)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Macro: recorre de abajo hacia arriba eliminando filas vacias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Importante: recorrer de abajo hacia arriba para no saltar filas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Se aplica sobre la seleccion activa del usuario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Resultado: datos limpios en milisegundos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Ejemplo 3: Macro ReporteMensual()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Crea nueva hoja con nombre automatico: 'Reporte_Feb_2026'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Copia estructura base desde hoja plantilla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Inserta fecha de generacion automaticamente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Ideal para reportes mensuales de cierre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Prompt IA: 'Macro que cree hoja nueva con nombre mes-anio actual'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Ejemplo 4: Boton Actualizar Tablas Dinamicas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Problema: 5 tablas dinamicas en el libro, hay que actualizar una por una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Macro: actualiza TODAS las tablas dinamicas del libro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Se puede asignar a un boton con forma en la hoja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Insertar -&gt; Formas -&gt; Rectangulo -&gt; clic derecho -&gt; Asignar macro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Resultado: un boton 'Actualizar Todo' que ahorra 2 minutos cada vez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Claude Code como Asistente de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Error comun: 'Run-time error 1004' -&gt; referencia invalida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Copiar el error + el codigo y pegarlo en Claude/ChatGPT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Code (terminal): analiza archivos .xlsm directamente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Prompt: 'Este codigo VBA da error 1004 en la linea X. Explicame por que y corrigelo'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La IA explica el error Y da la correccion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Ciclo: Generar -&gt; Probar -&gt; Si falla, pedir correccion -&gt; Probar otra vez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Seguridad: .xlsm y Trust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.xlsx NO soporta macros -&gt; .xlsm SI soporta macros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Al guardar: Guardar como -&gt; Libro de Excel habilitado para macros (.xlsm)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Trust Center: Archivo -&gt; Opciones -&gt; Centro de confianza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Recomendacion: 'Deshabilitar macros con notificacion'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Nunca habilitar macros de archivos desconocidos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Firmar macros digitalmente en ambientes corporativos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Respaldo: siempre mantener copia .xlsx sin macros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Recursos y Siguiente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Editor VBA: Alt + F11 en cualquier Excel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Documentacion VBA: docs.microsoft.com/en-us/office/vba/api/overview/excel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ChatGPT / Claude para generar y depurar macros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Practica: crear las 4 macros de esta sesion en un archivo .xlsm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Tip: guardar macros utiles en un Personal.xlsb para tenerlas siempre disponibles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Siguiente: Bonus 2 - Claude en Excel: Tu Segundo Cerebro Contable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Excel para Contadores y Administrativos — Israel Castro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