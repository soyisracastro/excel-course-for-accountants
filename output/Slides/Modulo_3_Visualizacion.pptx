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MÓDULO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Visualización de Impacto y Reportes Ejecutivos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Graficos que cuentan historias, no solo muestran numeros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Israel Castro — CPA &amp; Software Engineer — Excel para Contadores y Administrativos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"Una imagen vale mas que mil palabras" en contabilidad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Un director no lee 500 filas de datos -- lee un grafico de 5 segundos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 cerebro procesa imagenes 60,000x mas rapido que texto (MIT)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En juntas directivas, los reportes visuales generan decisiones mas rapidas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Error comun: mostrar TODOS los datos en vez del mensaje clave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Tu trabajo: convertir datos en una historia clara y accionable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Psicologia del grafico: arbol de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Comparar cantidades entre categorias --&gt; Barras (horizontal o vertical)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Mostrar tendencia en el tiempo --&gt; Lineas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Mostrar composicion / proporcion --&gt; Pastel o dona (maximo 5-6 categorias)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Comparar partes de un todo a lo largo del tiempo --&gt; Columnas apiladas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Mostrar relacion entre dos variables --&gt; Dispersion (scatter)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Regla de oro: si el grafico necesita explicacion, escogiste mal el tipo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Graficos dinamicos desde Tablas Dinamicas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Selecciona tu Tabla Dinamica -&gt; Insertar -&gt; Grafico Dinamico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 grafico se actualiza automaticamente al filtrar la tabla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Puedes usar segmentadores (slicers) para filtrar visualmente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Ventaja: no necesitas reconstruir el grafico cuando cambian los datos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Combinacion poderosa: Tabla Dinamica + Grafico Dinamico + Segmentador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 practico: Ventas por vendedor (grafico de barras)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Escenario: 5 vendedores, ventas trimestrales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Tabla Dinamica: Filas = Vendedor, Valores = Suma de Ventas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Grafico de barras horizontales --&gt; facil comparar nombres largos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Ordenar de mayor a menor para impacto visual inmediato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Agregar etiquetas de datos para mostrar cifras exactas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Color unico para todas las barras (evitar arcoiris innecesario)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 practico: Productos mas vendidos (grafico de pastel)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Escenario: participacion porcentual de 5 productos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Tabla Dinamica: Filas = Producto, Valores = Suma de Ventas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Grafico de pastel / dona con porcentajes en etiquetas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Maximo 5-6 categorias (agrupar el resto como 'Otros')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Evitar efecto 3D -- distorsiona las proporciones visualmente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Alternativa: barras apiladas al 100% si hay muchas categorias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Limpieza visual: menos es 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Ocultar botones de campo en graficos dinamicos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Quitar leyendas redundantes (si solo hay una serie)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Eliminar lineas de cuadricula si no aportan informacion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Usar formato de eje: quitar decimales innecesarios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Titulo claro y descriptivo (no 'Grafico 1')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Alinear el grafico con los datos de la hoja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Colores con sentido: no al arcoiris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Cada color debe tener un significado o proposito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Ejemplo gasolinera: Magna = verde, Premium = rojo, Diesel = gris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Verde suele significar positivo / crecimiento / aprobado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Rojo suele significar atencion / negativo / rechazo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Gris para datos secundarios o de referencia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Maximo 3-4 colores por grafico -- consistencia entre reportes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Considerar daltonismo: no depender solo de rojo vs verde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Caso: Ventas de combustible (columnas apiladas mensuales)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Archivo: 07_Dashboard_Ventas_Combustible.xlsx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Datos: 12 meses x 3 tipos de combustible (litros y monto)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Grafico de columnas apiladas: cada columna = mes, cada color = tipo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 ve la composicion (que tipo vende mas) Y la tendencia (meses altos/bajos)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Colores: Magna (#10B981), Premium (#EF4444), Diesel (#64748B)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 altura total de la columna = total de ventas del 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Lectura de estacionalidad en el grafico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Enero bajo: 'cuesta de enero' -- la gente gasta menos despues de diciembre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Febrero-marzo: recuperacion gradual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Abril-mayo: estabilizacion cercana al promedio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Junio-agosto: pico de verano (vacaciones, viajes, mas consumo)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Septiembre-noviembre: descenso gradual, regreso a clases, ahorro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Diciembre: baja ligera (gastos navidenos en otras cosas)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Estas tendencias ayudan a PLANEAR compras y flujo de efectivo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Comparativa anual: 2024 vs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Archivo: 08_Comparativa_Anual_Ventas_Gastos.xlsx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Comparar el mismo rubro en dos periodos es basico en contabilidad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Barras lado a lado: gris para 2024 (pasado), color fuerte para 2025 (actual)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Se responde: crecimos o nos encogimos?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 variacion porcentual da contexto: 5 millones mas suena diferente si es 5% o 50%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Siempre incluir ambos ejes: absoluto y porcentual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Estado de Resultados comparativo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Ingresos: Ventas + Otros Ingresos = Total Ingresos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Gastos: Compras + Gastos Generales + Nomina = Total Gastos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Utilidad Bruta = Total Ingresos - Total Gastos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Un grafico para ingresos (azul), otro para gastos (rojo)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La separacion en dos graficos evita confusion visual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Insight clave: si gastos crecen mas rapido que ingresos, hay problema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Datos y etiquetas profesionales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Etiquetas de datos: mostrar el valor exacto sobre la barra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Formato del eje: usar miles (K) o millones (M) para cifras grandes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No repetir informacion: si esta en la etiqueta, no necesita estar en el eje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Titulo del grafico: debe responder 'de que es este grafico?'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Fuente de datos: incluir siempre el periodo y la unidad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Tamano legible: minimo 10 pts para etiquetas, 14 pts para titulos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Resumen del Modulo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Elegir el tipo de grafico correcto es el 80% del trabajo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Graficos dinamicos + segmentadores = analisis interactivo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Limpieza visual: quitar todo lo que no comunica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Colores con significado, no con decoracion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Columnas apiladas para composicion + tendencia temporal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Comparativas anuales: siempre mostrar variacion porcentual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Calibri"/>
              </a:defRPr>
            </a:pPr>
            <a:r>
              <a:t>• Cada grafico debe contar UNA historia clara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Recursos y Siguiente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Archivo: 07_Dashboard_Ventas_Combustible.xlsx (columnas apiladas)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Archivo: 08_Comparativa_Anual_Ventas_Gastos.xlsx (barras comparativas)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PDF: Referencia_Modulo_3.pdf (guia de seleccion de graficos y ejercicios)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Referencia: Edward Tufte - The Visual Display of Quantitative Information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Siguiente: Modulo 4 -- El Dashboard Inteligente y Entrega Profesional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Excel para Contadores y Administrativos — Israel Castro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