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MÓDULO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Procesamiento Masivo y Análisis con Tablas Dinámicas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De datos crudos a analisis profesional en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Israel Castro — CPA &amp; Software Engineer — Excel para Contadores y Administrativos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Agenda del Modulo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Limpieza masiva de datos: tecnicas y herramientas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Tabla vs Rango: por que SIEMPRE usar Tablas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Creacion de Tablas Dinamicas paso a paso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Zonas de campo: Filas, Columnas, Valores, Filtros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Caso practico: Analisis de nomina desde XML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Papel de trabajo referenciado con BUSCARV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Segmentadores (Slicers) para analisis interactivo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El Problema: Datos Sucios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El 80% del tiempo de analisis se gasta en LIMPIAR datos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Problemas comunes: celdas vacias, espacios extra, formatos mixtos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Texto almacenado como numero (subtotales con '$' y comas)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Fechas en 5 formatos diferentes en la misma columna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RFCs incompletos o con espacios al inicio/final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Filas duplicadas que distorsionan los totales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Sin limpieza, CUALQUIER analisis estara MAL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Herramientas de Limpieza en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Buscar y Reemplazar (Ctrl+H): quitar '$', comas, espacios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ESPACIOS (TRIM): elimina espacios al inicio, final y dobles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LIMPIAR (CLEAN): elimina caracteres no imprimibles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SUSTITUIR (SUBSTITUTE): reemplaza texto especifico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VALOR (VALUE): convierte texto que parece numero a numero real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Texto en Columnas: separa datos concatenados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Quitar Duplicados: elimina filas repetidas (Datos &gt; Quitar duplicados)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Pegado Especial &gt; Valores: 'aplasta' formulas a valores fijos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Tabla vs Rango: La Diferencia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RANGO: celdas sueltas sin estructura (A1:H200)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TABLA: estructura inteligente con nombre (Ctrl+T)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Tabla agrega encabezados fijos al hacer scroll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Tabla expande formulas automaticamente al agregar filas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Tabla permite referencias estructuradas: =SUMA(Tabla[Ventas])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Tabla es REQUISITO para Tablas Dinamicas eficientes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Regla de oro: Si tiene encabezados, CONVIERTELO en Tabla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Crear una Tabla en 3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1. Selecciona cualquier celda dentro de tus datos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2. Presiona Ctrl+T (o Insertar &gt; Tabla)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3. Verifica que 'La tabla tiene encabezados' este marcado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Excel detecta automaticamente el rango de datos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Asigna un nombre por defecto (Tabla1, Tabla2...)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CONSEJO: Renombra la tabla inmediatamente (pestana Diseno de Tabla)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Nombres descriptivos: nomina_2025, gastos_deducibles, catalogo_cuentas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Tablas Dinamicas: El Superpoder de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Resumen miles de filas en segundos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Reorganiza datos arrastrando campos con el mouse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Calcula sumas, promedios, conteos sin formulas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Permite analisis multidimensional (por empleado, por mes, por concepto)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Se actualizan con un clic derecho &gt; Actualizar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Son LA herramienta de analisis #1 para contadores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Crear una Tabla Dinamica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1. Haz clic en cualquier celda de tu tabla de datos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2. Ve a Insertar &gt; Tabla Dinamica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3. Elige ubicacion: Nueva hoja (recomendado) o hoja existente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4. Aparece el panel 'Campos de tabla dinamica' a la derecha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5. Arrastra campos a las 4 zonas: Filtros, Columnas, Filas, Valores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6. Excel calcula automaticamente los totales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Las 4 Zonas de Campos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FILTROS: campos para filtrar toda la tabla (ej. Anio, Sucursal)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COLUMNAS: campos que se muestran como encabezados horizontales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FILAS: campos que se muestran como etiquetas verticales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VALORES: campos numericos que se calculan (Suma, Promedio, Cuenta)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Ejemplo nomina: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Filtros: Periodo | Filas: Empleado | Columnas: Concepto | Valores: Suma de Importe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Caso Practico: Analisis de Nomina 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Archivo: 05_Analisis_Nomina_XML_Pivot.xlsx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500+ registros de 20 empleados, 12 meses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Datos simulan extraccion de XML CFDI de nomina del SAT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Columnas: UUID, Empleado, Puesto, Periodo, Clase, Concepto, Importes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Clase: Percepcion, Deduccion, OtroPago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Objetivo: Crear 3 tablas dinamicas para analizar la nomina completa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Pivot 1: Percepciones por Empleado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Filtro de Clase: 'Percepcion'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Filas: NombreEmpleado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Columnas: Concepto (Sueldo, Prima Vacacional)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Valores: Suma de ImporteGravado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Preguntas que responde: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Quien gana mas? Cuanto se pago en prima vacacional?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Cual es el costo total de percepciones por puesto?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Pivot 2: Deducciones (ISR + IMSS)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Filtro de Clase: 'Deduccion'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Filas: NombreEmpleado + Puesto (jerarquia)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Columnas: Concepto (ISR, IMSS)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Valores: Suma de ImporteGravado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Insight clave: El ISR es proporcional al sueldo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Director paga ~30% de ISR vs Recepcionista ~6%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IMSS es relativamente parejo (~2.77% para todos)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Pivot 3: Costo Total por Empleado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Sin filtro de Clase (todas las clases)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Filas: NombreEmpleado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Columnas: Clase (Percepcion, Deduccion, OtroPago)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Valores: Suma de ImporteGravado + ImporteExento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Costo neto = Percepciones - Deducciones + OtrosPagos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Ideal para presupuestos y analisis de costo de nomina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Segmentadores: Filtros Visuales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Insertar &gt; Segmentacion de datos (Slicer)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Botones visuales para filtrar la tabla dinamica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Pueden conectar UN slicer a MULTIPLES tablas dinamicas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Ideal para dashboards interactivos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Recomendacion para nomina: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Slicer de Periodo (filtrar por mes)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Slicer de Puesto (filtrar por cargo)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  Slicer de Clase (cambiar entre percepciones/deducciones)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Papel de Trabajo Referenciado con Tarifa ISR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Archivo: 06_Papel_Trabajo_Referenciado.xlsx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Formato de declaracion anual ISR con formulas automaticas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Usa IFERROR(BUSCARV(...)) para buscar en tarifa ISR 2026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Secciones: Ingresos, Deducciones, Base Gravable, Calculo ISR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Celdas amarillas = captura manual, Verdes = calculo automatico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VINCULACION: Los totales de tus Pivots alimentan este papel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Percepciones -&gt; Ingresos | ISR retenido -&gt; Retenciones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Tips Profesionales para Tablas Dinamicas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SIEMPRE nombra tus tablas fuente (no dejes 'Tabla1')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Actualiza pivots despues de cambiar datos: clic derecho &gt; Actualizar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Usa 'Mostrar valores como' para porcentajes y diferencias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Agrupa fechas por mes/trimestre/anio automaticamente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Crea campos calculados para metricas personalizadas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Formato: ajusta numeros a moneda/porcentaje dentro del pivot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Un pivot por pregunta: no sobrecargues una sola tabla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Recursos y Siguiente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Archivo 04: Practica de limpieza masiva (220 filas con errores)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Archivo 05: Datos de nomina para crear 3 tablas dinamicas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Archivo 06: Papel de trabajo ISR con BUSCARV y tarifa 2026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PDF de Referencia: Modulo 2 (checklist, diagramas, ejercicios)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Siguiente: Modulo 3 - Visualizacion de Impacto y Reportes Ejecutivos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Excel para Contadores y Administrativos — Israel Castro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